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E7F1-BB2F-42AB-8E36-CA8660E905F2}" type="datetimeFigureOut">
              <a:rPr lang="es-CO" smtClean="0"/>
              <a:t>19/09/2026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32B6-21C8-418B-B429-0BB16906AE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083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E7F1-BB2F-42AB-8E36-CA8660E905F2}" type="datetimeFigureOut">
              <a:rPr lang="es-CO" smtClean="0"/>
              <a:t>19/09/2026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32B6-21C8-418B-B429-0BB16906AE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934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E7F1-BB2F-42AB-8E36-CA8660E905F2}" type="datetimeFigureOut">
              <a:rPr lang="es-CO" smtClean="0"/>
              <a:t>19/09/2026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32B6-21C8-418B-B429-0BB16906AE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9477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E7F1-BB2F-42AB-8E36-CA8660E905F2}" type="datetimeFigureOut">
              <a:rPr lang="es-CO" smtClean="0"/>
              <a:t>19/09/2026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32B6-21C8-418B-B429-0BB16906AE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1185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E7F1-BB2F-42AB-8E36-CA8660E905F2}" type="datetimeFigureOut">
              <a:rPr lang="es-CO" smtClean="0"/>
              <a:t>19/09/2026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32B6-21C8-418B-B429-0BB16906AE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9613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E7F1-BB2F-42AB-8E36-CA8660E905F2}" type="datetimeFigureOut">
              <a:rPr lang="es-CO" smtClean="0"/>
              <a:t>19/09/2026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32B6-21C8-418B-B429-0BB16906AE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3287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E7F1-BB2F-42AB-8E36-CA8660E905F2}" type="datetimeFigureOut">
              <a:rPr lang="es-CO" smtClean="0"/>
              <a:t>19/09/2026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32B6-21C8-418B-B429-0BB16906AE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758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E7F1-BB2F-42AB-8E36-CA8660E905F2}" type="datetimeFigureOut">
              <a:rPr lang="es-CO" smtClean="0"/>
              <a:t>19/09/2026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32B6-21C8-418B-B429-0BB16906AE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5252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E7F1-BB2F-42AB-8E36-CA8660E905F2}" type="datetimeFigureOut">
              <a:rPr lang="es-CO" smtClean="0"/>
              <a:t>19/09/2026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32B6-21C8-418B-B429-0BB16906AE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5897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E7F1-BB2F-42AB-8E36-CA8660E905F2}" type="datetimeFigureOut">
              <a:rPr lang="es-CO" smtClean="0"/>
              <a:t>19/09/2026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32B6-21C8-418B-B429-0BB16906AE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558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E7F1-BB2F-42AB-8E36-CA8660E905F2}" type="datetimeFigureOut">
              <a:rPr lang="es-CO" smtClean="0"/>
              <a:t>19/09/2026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132B6-21C8-418B-B429-0BB16906AE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478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3E7F1-BB2F-42AB-8E36-CA8660E905F2}" type="datetimeFigureOut">
              <a:rPr lang="es-CO" smtClean="0"/>
              <a:t>19/09/2026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132B6-21C8-418B-B429-0BB16906AE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729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020" y="112252"/>
            <a:ext cx="6875424" cy="640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775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andres morales gonzalez</dc:creator>
  <cp:lastModifiedBy>carlos andres morales gonzalez</cp:lastModifiedBy>
  <cp:revision>1</cp:revision>
  <dcterms:created xsi:type="dcterms:W3CDTF">2026-09-19T18:10:52Z</dcterms:created>
  <dcterms:modified xsi:type="dcterms:W3CDTF">2026-09-19T18:11:25Z</dcterms:modified>
</cp:coreProperties>
</file>